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(~30s). Nombrarte, el proyecto y el seminario. Decir el título en voz alta y pasar.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Fenómeno (~1min). El gancho: uso no intencional. Cada scroll separa tiempo de intención. Pausa.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Recorte (~1.5min). Definir dirigido vs arrastre. El origen del contenido es el proxy: tu corazón metodológico.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Marco (~2min). Mostrar la secuencia causal biología → UX → economía. No detallar autores; mostrar que la cadena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Tesis (~1.5min). La agencia es categórica (plena / asistida / nula), no continua. Explicar por qué es más honesto.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Usuario (~1.5min). El profesional creativo que NO puede borrar la app justifica la fricción interna vs bloqueo. Responde al '¿por qué solo digital?'.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Propuesta (~2min). Fricción que empieza rígida, se suelta al recuperar agencia, se re-aprieta en recaída. La salida (desinstalar) responde al riesgo ético.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Referentes (~1min). El par pidió esto (cita onesec). Qué tomas y qué haces distinto. Completa el segundo referente.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Validación (~1.5min). Criterio: uso no intencional sostenido, no tiempo total. Mencionar el ajuste de escala del par (sondeo amplio + 5 casos).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Proyección (~1min). Qué resolverás en Taller. Anticipar las grietas del par: mostrar que ya las ves suma en defensa.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(~30s). Una frase que resuene: las herramientas son neutras, dependen de a quién sirvan. Abrir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23233"/>
          </a:solidFill>
          <a:ln w="12700">
            <a:solidFill>
              <a:srgbClr val="323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cautiverio_voluntario.ts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457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777240"/>
            <a:ext cx="7955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Seminario de Título · Phygital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Universidad Diego Portales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*/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titulo: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"Cautiverio Voluntario"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tipo: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"intervención digital de fricción"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autor: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"Santiago Gaete Fernández"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profesor: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"Simón"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semestre: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"2025-X"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ajustar [rúbrica]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23233"/>
          </a:solidFill>
          <a:ln w="12700">
            <a:solidFill>
              <a:srgbClr val="323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01_fenomeno.ts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457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82296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es cuánto.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 sin decidir.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abrir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"Instagram"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){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++;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intencion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--;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548640"/>
            <a:ext cx="10973" cy="4251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548640"/>
            <a:ext cx="4334256" cy="4251960"/>
          </a:xfrm>
          <a:prstGeom prst="rect">
            <a:avLst/>
          </a:prstGeom>
          <a:solidFill>
            <a:srgbClr val="252526"/>
          </a:solidFill>
          <a:ln w="12700">
            <a:solidFill>
              <a:srgbClr val="2525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6035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 CONSOLE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38344" y="1417320"/>
            <a:ext cx="0" cy="237744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38344" y="3794760"/>
            <a:ext cx="31089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5175504" y="1600200"/>
            <a:ext cx="2834640" cy="2011680"/>
          </a:xfrm>
          <a:prstGeom prst="line">
            <a:avLst/>
          </a:prstGeom>
          <a:noFill/>
          <a:ln w="31750">
            <a:solidFill>
              <a:srgbClr val="CE917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75504" y="1600200"/>
            <a:ext cx="2834640" cy="2011680"/>
          </a:xfrm>
          <a:prstGeom prst="line">
            <a:avLst/>
          </a:prstGeom>
          <a:noFill/>
          <a:ln w="31750">
            <a:solidFill>
              <a:srgbClr val="569C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01184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 ↑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01184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intención 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09744" y="4206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cada scroll los aleja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23233"/>
          </a:solidFill>
          <a:ln w="12700">
            <a:solidFill>
              <a:srgbClr val="323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02_recorte.ts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457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82296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"dirigido"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"arrastre"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ORIGEN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 contenido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= proxy de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 intención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foco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"arrastre"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548640"/>
            <a:ext cx="10973" cy="4251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548640"/>
            <a:ext cx="4334256" cy="4251960"/>
          </a:xfrm>
          <a:prstGeom prst="rect">
            <a:avLst/>
          </a:prstGeom>
          <a:solidFill>
            <a:srgbClr val="252526"/>
          </a:solidFill>
          <a:ln w="12700">
            <a:solidFill>
              <a:srgbClr val="2525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6035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07024" y="109728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2D2D30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07024" y="1097280"/>
            <a:ext cx="164592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contenido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678424" y="1737360"/>
            <a:ext cx="0" cy="502920"/>
          </a:xfrm>
          <a:prstGeom prst="line">
            <a:avLst/>
          </a:prstGeom>
          <a:noFill/>
          <a:ln w="22225">
            <a:solidFill>
              <a:srgbClr val="27C93F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781544" y="1737360"/>
            <a:ext cx="0" cy="502920"/>
          </a:xfrm>
          <a:prstGeom prst="line">
            <a:avLst/>
          </a:prstGeom>
          <a:noFill/>
          <a:ln w="22225">
            <a:solidFill>
              <a:srgbClr val="FF5F5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855464" y="233172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1E3A28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55464" y="2331720"/>
            <a:ext cx="1737360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FD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elegido por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FD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usuario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FD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DIRIGIDO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67144" y="233172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3A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67144" y="2331720"/>
            <a:ext cx="1737360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empujado por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algoritmo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ARRASTRE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29784" y="1892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918704" y="1892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5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09744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observable, no autoreportado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23233"/>
          </a:solidFill>
          <a:ln w="12700">
            <a:solidFill>
              <a:srgbClr val="323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03_marco.ts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457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82296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cadena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causal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captura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biologia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disenoUX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mercado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548640"/>
            <a:ext cx="10973" cy="4251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548640"/>
            <a:ext cx="4334256" cy="4251960"/>
          </a:xfrm>
          <a:prstGeom prst="rect">
            <a:avLst/>
          </a:prstGeom>
          <a:solidFill>
            <a:srgbClr val="252526"/>
          </a:solidFill>
          <a:ln w="12700">
            <a:solidFill>
              <a:srgbClr val="2525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6035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OUTLINE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66944" y="1051560"/>
            <a:ext cx="2926080" cy="685800"/>
          </a:xfrm>
          <a:prstGeom prst="roundRect">
            <a:avLst>
              <a:gd name="adj" fmla="val 6667"/>
            </a:avLst>
          </a:prstGeom>
          <a:solidFill>
            <a:srgbClr val="1E2D3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66944" y="1051560"/>
            <a:ext cx="2926080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CC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biología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CC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Schultz · Berridge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29984" y="1783080"/>
            <a:ext cx="0" cy="411480"/>
          </a:xfrm>
          <a:prstGeom prst="line">
            <a:avLst/>
          </a:prstGeom>
          <a:noFill/>
          <a:ln w="22225">
            <a:solidFill>
              <a:srgbClr val="85858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266944" y="2240280"/>
            <a:ext cx="2926080" cy="685800"/>
          </a:xfrm>
          <a:prstGeom prst="roundRect">
            <a:avLst>
              <a:gd name="adj" fmla="val 6667"/>
            </a:avLst>
          </a:prstGeom>
          <a:solidFill>
            <a:srgbClr val="2D2A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66944" y="2240280"/>
            <a:ext cx="2926080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diseño UX/UI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Brignull · Davis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729984" y="2971800"/>
            <a:ext cx="0" cy="411480"/>
          </a:xfrm>
          <a:prstGeom prst="line">
            <a:avLst/>
          </a:prstGeom>
          <a:noFill/>
          <a:ln w="22225">
            <a:solidFill>
              <a:srgbClr val="858585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266944" y="3429000"/>
            <a:ext cx="2926080" cy="685800"/>
          </a:xfrm>
          <a:prstGeom prst="roundRect">
            <a:avLst>
              <a:gd name="adj" fmla="val 6667"/>
            </a:avLst>
          </a:prstGeom>
          <a:solidFill>
            <a:srgbClr val="2A1E2D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66944" y="3429000"/>
            <a:ext cx="2926080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0A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economía atención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0A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Zuboff · Han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09744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cada capa habilita la siguiente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23233"/>
          </a:solidFill>
          <a:ln w="12700">
            <a:solidFill>
              <a:srgbClr val="323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04_tesis.ts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457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82296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APORTE: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origen =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proxy de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intención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clasif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){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elegido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"dirigido"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"arrastre"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548640"/>
            <a:ext cx="10973" cy="4251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548640"/>
            <a:ext cx="4334256" cy="4251960"/>
          </a:xfrm>
          <a:prstGeom prst="rect">
            <a:avLst/>
          </a:prstGeom>
          <a:solidFill>
            <a:srgbClr val="252526"/>
          </a:solidFill>
          <a:ln w="12700">
            <a:solidFill>
              <a:srgbClr val="2525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6035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52744" y="105156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2D2D30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52744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c.elegido?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98464" y="1600200"/>
            <a:ext cx="502920" cy="502920"/>
          </a:xfrm>
          <a:prstGeom prst="line">
            <a:avLst/>
          </a:prstGeom>
          <a:noFill/>
          <a:ln w="22225">
            <a:solidFill>
              <a:srgbClr val="27C93F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 flipH="1">
            <a:off x="7415784" y="1600200"/>
            <a:ext cx="502920" cy="502920"/>
          </a:xfrm>
          <a:prstGeom prst="line">
            <a:avLst/>
          </a:prstGeom>
          <a:noFill/>
          <a:ln w="22225">
            <a:solidFill>
              <a:srgbClr val="FF5F5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901184" y="2194560"/>
            <a:ext cx="1691640" cy="822960"/>
          </a:xfrm>
          <a:prstGeom prst="roundRect">
            <a:avLst>
              <a:gd name="adj" fmla="val 5556"/>
            </a:avLst>
          </a:prstGeom>
          <a:solidFill>
            <a:srgbClr val="1E3A28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01184" y="2194560"/>
            <a:ext cx="1691640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FD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DIRIGIDO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FD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agencia plena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67144" y="2194560"/>
            <a:ext cx="1691640" cy="822960"/>
          </a:xfrm>
          <a:prstGeom prst="roundRect">
            <a:avLst>
              <a:gd name="adj" fmla="val 5556"/>
            </a:avLst>
          </a:prstGeom>
          <a:solidFill>
            <a:srgbClr val="3A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67144" y="2194560"/>
            <a:ext cx="1691640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ARRASTRE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agencia nula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09744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nivel intermedio: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724144" y="365760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3A33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24144" y="3657600"/>
            <a:ext cx="201168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0C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ASISTIDA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09744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niveles, no escala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23233"/>
          </a:solidFill>
          <a:ln w="12700">
            <a:solidFill>
              <a:srgbClr val="323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05_usuario.ts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457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777240"/>
            <a:ext cx="7955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usuarioObjetivo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perfil: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"profesional creativo"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necesita: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"Instagram para trabajar"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puedeBorrarla: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   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&lt;- clave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problema: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separa trabajo de scroll"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Por eso intervenimos DENTRO de la app,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bloqueándola desde afuera.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23233"/>
          </a:solidFill>
          <a:ln w="12700">
            <a:solidFill>
              <a:srgbClr val="323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06_propuesta.ts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457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82296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andamiaje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adaptativo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fric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){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.baja)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rigida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.sube)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libera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.recae)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aprieta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548640"/>
            <a:ext cx="10973" cy="4251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548640"/>
            <a:ext cx="4334256" cy="4251960"/>
          </a:xfrm>
          <a:prstGeom prst="rect">
            <a:avLst/>
          </a:prstGeom>
          <a:solidFill>
            <a:srgbClr val="252526"/>
          </a:solidFill>
          <a:ln w="12700">
            <a:solidFill>
              <a:srgbClr val="2525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6035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61304" y="1097280"/>
            <a:ext cx="1783080" cy="548640"/>
          </a:xfrm>
          <a:prstGeom prst="roundRect">
            <a:avLst>
              <a:gd name="adj" fmla="val 8333"/>
            </a:avLst>
          </a:prstGeom>
          <a:solidFill>
            <a:srgbClr val="3A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61304" y="1097280"/>
            <a:ext cx="178308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RESTRICTIVA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29984" y="1691640"/>
            <a:ext cx="0" cy="411480"/>
          </a:xfrm>
          <a:prstGeom prst="line">
            <a:avLst/>
          </a:prstGeom>
          <a:noFill/>
          <a:ln w="22225">
            <a:solidFill>
              <a:srgbClr val="27C93F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6867144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61304" y="2148840"/>
            <a:ext cx="1783080" cy="548640"/>
          </a:xfrm>
          <a:prstGeom prst="roundRect">
            <a:avLst>
              <a:gd name="adj" fmla="val 8333"/>
            </a:avLst>
          </a:prstGeom>
          <a:solidFill>
            <a:srgbClr val="1E3A28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61304" y="2148840"/>
            <a:ext cx="178308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FD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LIBERA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729984" y="2743200"/>
            <a:ext cx="0" cy="411480"/>
          </a:xfrm>
          <a:prstGeom prst="line">
            <a:avLst/>
          </a:prstGeom>
          <a:noFill/>
          <a:ln w="22225">
            <a:solidFill>
              <a:srgbClr val="FFBD2E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6867144" y="2816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B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61304" y="3200400"/>
            <a:ext cx="1783080" cy="548640"/>
          </a:xfrm>
          <a:prstGeom prst="roundRect">
            <a:avLst>
              <a:gd name="adj" fmla="val 8333"/>
            </a:avLst>
          </a:prstGeom>
          <a:solidFill>
            <a:srgbClr val="3A33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61304" y="3200400"/>
            <a:ext cx="178308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0C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RE-APRIETA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632704" y="1371600"/>
            <a:ext cx="0" cy="2103120"/>
          </a:xfrm>
          <a:prstGeom prst="line">
            <a:avLst/>
          </a:prstGeom>
          <a:noFill/>
          <a:ln w="19050">
            <a:solidFill>
              <a:srgbClr val="85858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H="1">
            <a:off x="5632704" y="3474720"/>
            <a:ext cx="228600" cy="0"/>
          </a:xfrm>
          <a:prstGeom prst="line">
            <a:avLst/>
          </a:prstGeom>
          <a:noFill/>
          <a:ln w="19050">
            <a:solidFill>
              <a:srgbClr val="85858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04104" y="1371600"/>
            <a:ext cx="457200" cy="0"/>
          </a:xfrm>
          <a:prstGeom prst="line">
            <a:avLst/>
          </a:prstGeom>
          <a:noFill/>
          <a:ln w="22225">
            <a:solidFill>
              <a:srgbClr val="858585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4809744" y="4251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usuario puede desinstalar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23233"/>
          </a:solidFill>
          <a:ln w="12700">
            <a:solidFill>
              <a:srgbClr val="323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07_referentes.ts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457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777240"/>
            <a:ext cx="7955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referentes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nombre: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"onesec"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aporta: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"pausa antes de abrir"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nombre: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"___"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aporta: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"___"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completar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tomo:    la pausa consciente.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cambio:  el andamiaje se adapta y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suelta según la agencia.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23233"/>
          </a:solidFill>
          <a:ln w="12700">
            <a:solidFill>
              <a:srgbClr val="323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08_validacion.ts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457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82296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éxito = menos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arrastre, no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menos tiempo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medir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){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.arr &lt;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.arr;</a:t>
            </a:r>
            <a:endParaRPr lang="en-US" sz="14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548640"/>
            <a:ext cx="10973" cy="4251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548640"/>
            <a:ext cx="4334256" cy="4251960"/>
          </a:xfrm>
          <a:prstGeom prst="rect">
            <a:avLst/>
          </a:prstGeom>
          <a:solidFill>
            <a:srgbClr val="252526"/>
          </a:solidFill>
          <a:ln w="12700">
            <a:solidFill>
              <a:srgbClr val="2525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6035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58384" y="1600200"/>
            <a:ext cx="1005840" cy="2194560"/>
          </a:xfrm>
          <a:prstGeom prst="rect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04304" y="3026664"/>
            <a:ext cx="1005840" cy="768096"/>
          </a:xfrm>
          <a:prstGeom prst="rect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84064" y="3794760"/>
            <a:ext cx="31089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66944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12864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después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09744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 de arrastre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23233"/>
          </a:solidFill>
          <a:ln w="12700">
            <a:solidFill>
              <a:srgbClr val="323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09_proyeccion.ts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457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777240"/>
            <a:ext cx="7955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Próxima etapa: Taller de Título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pendientes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"prototipar la fricción visible"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"vincular con dpto. neurociencias"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[par]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Tensiones que ya veo (y asumo):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· ¿por qué solo lo digital?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· arrastre: ¿síntoma o fenómeno?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23233"/>
          </a:solidFill>
          <a:ln w="12700">
            <a:solidFill>
              <a:srgbClr val="323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10_cierre.ts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457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00" dirty="0"/>
          </a:p>
          <a:p>
            <a:pPr algn="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777240"/>
            <a:ext cx="7955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Las mismas disciplinas que capturan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la atención pueden devolverla.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Depende de a quién sirva el diseño.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*/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"Cautiverio Voluntario"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Cautiverio Voluntario</dc:title>
  <dc:subject>PptxGenJS Presentation</dc:subject>
  <dc:creator>Santiago Gaete Fernández</dc:creator>
  <cp:lastModifiedBy>Santiago Gaete Fernández</cp:lastModifiedBy>
  <cp:revision>1</cp:revision>
  <dcterms:created xsi:type="dcterms:W3CDTF">2026-06-24T12:26:30Z</dcterms:created>
  <dcterms:modified xsi:type="dcterms:W3CDTF">2026-06-24T12:26:30Z</dcterms:modified>
</cp:coreProperties>
</file>